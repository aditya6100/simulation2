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AndContent" preserve="1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  <p:sldLayoutIdLst>
    <p:sldLayoutId id="2147483648" r:id="rId1"/>
  </p:sldLayoutIdLst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10160" y="12700"/>
            <a:ext cx="139700" cy="1524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 dirty="0">
                <a:solidFill>
                  <a:srgbClr val="0f172a"/>
                </a:solidFill>
              </a:rPr>
              <a:t>College Lab Simulation and AR Navigation System</a:t>
            </a:r>
            <a:endParaRPr lang="en-US" sz="4400" b="1"/>
          </a:p>
        </p:txBody>
      </p:sp>
      <p:sp>
        <p:nvSpPr>
          <p:cNvPr id="3" name="Subtitle 2"/>
          <p:cNvSpPr txBox="1"/>
          <p:nvPr/>
        </p:nvSpPr>
        <p:spPr>
          <a:xfrm>
            <a:off x="11430" y="31115"/>
            <a:ext cx="133350" cy="2794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200" b="0" dirty="0">
                <a:solidFill>
                  <a:srgbClr val="334155"/>
                </a:solidFill>
              </a:rPr>
              <a:t>Interactive 3D college building simulation</a:t>
            </a:r>
            <a:endParaRPr lang="en-US" sz="2200" b="0"/>
          </a:p>
          <a:p>
            <a:r>
              <a:rPr lang="en-US" sz="2200" b="0" dirty="0">
                <a:solidFill>
                  <a:srgbClr val="334155"/>
                </a:solidFill>
              </a:rPr>
              <a:t>Browser-based indoor navigation</a:t>
            </a:r>
            <a:endParaRPr lang="en-US" sz="2200" b="0"/>
          </a:p>
          <a:p>
            <a:r>
              <a:rPr lang="en-US" sz="2200" b="0" dirty="0">
                <a:solidFill>
                  <a:srgbClr val="334155"/>
                </a:solidFill>
              </a:rPr>
              <a:t>Three.js powered experience</a:t>
            </a:r>
            <a:endParaRPr lang="en-US" sz="2200" b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Abstract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A web-based 3D application for exploring a college environment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Combines simulation, room identification, and navigation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Users can move through the building and view realistic rooms, notices, charts, and props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Designed for campus understanding and indoor guidance</a:t>
            </a:r>
            <a:endParaRPr lang="en-US" sz="2200" b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Problem Statement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College buildings are difficult to understand from static maps alone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Students and visitors often struggle to identify rooms and facilities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Indoor navigation is confusing in multi-floor academic buildings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A visual and interactive solution is needed</a:t>
            </a:r>
            <a:endParaRPr lang="en-US" sz="2200" b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Objectives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Build a realistic 3D simulation of the college building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Support floor-wise navigation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Show room labels and facility details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Improve user understanding of indoor spaces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Make navigation more intuitive and visual</a:t>
            </a:r>
            <a:endParaRPr lang="en-US" sz="2200" b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Technology Used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HTML and CSS for interface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JavaScript for logic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Three.js for 3D rendering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JSON for floor data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Node.js static server for local hosting</a:t>
            </a:r>
            <a:endParaRPr lang="en-US" sz="2200" b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Main Features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3D walkable building environment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Floor selection and room exploration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Collision-aware movement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Lift-based vertical travel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Room labels and directional guidance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Mini-map and path navigation support</a:t>
            </a:r>
            <a:endParaRPr lang="en-US" sz="2200" b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Realistic Interior Details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Lab charts with technical topics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Notice boards on multiple floors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Faculty cabins inside labs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Books, files, and PCs on desks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Sports posters and gymkhana displays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Vending machine and wall-mounted props</a:t>
            </a:r>
            <a:endParaRPr lang="en-US" sz="2200" b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Navigation System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Uses floor data for walls and doors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Generates walkable routes on a grid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Uses A* pathfinding for route calculation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Treats doors as passable openings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Displays route and location on the mini-map</a:t>
            </a:r>
            <a:endParaRPr lang="en-US" sz="2200" b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Simulation and Collision Logic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Walls and doors are loaded from exported geometry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Player movement is restricted by collision boundaries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Closed doors block movement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Main gate opens visually but still prevents leaving the building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Furniture and props are placed with room-aware rules</a:t>
            </a:r>
            <a:endParaRPr lang="en-US" sz="2200" b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Challenges Faced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Correct placement of charts and boards on walls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Preventing props from overlapping windows or doors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Keeping furniture inside room boundaries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Matching room labels with actual floor geometry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Improving navigation accuracy on real floor data</a:t>
            </a:r>
            <a:endParaRPr lang="en-US" sz="2200" b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Results and Impact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A usable 3D indoor campus model was created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Users can understand building spaces visually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Navigation is easier through map-based route guidance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Realistic room decoration improves the experience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The project is suitable for campus orientation and demo use</a:t>
            </a:r>
            <a:endParaRPr lang="en-US" sz="2200" b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 1"/>
          <p:cNvSpPr txBox="1"/>
          <p:nvPr/>
        </p:nvSpPr>
        <p:spPr>
          <a:xfrm>
            <a:off x="8890" y="5715"/>
            <a:ext cx="144780" cy="1016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3400" b="1" dirty="0">
                <a:solidFill>
                  <a:srgbClr val="0f172a"/>
                </a:solidFill>
              </a:rPr>
              <a:t>Conclusion and Future Scope</a:t>
            </a:r>
            <a:endParaRPr lang="en-US" sz="3400" b="1"/>
          </a:p>
        </p:txBody>
      </p:sp>
      <p:sp>
        <p:nvSpPr>
          <p:cNvPr id="3" name="Content 2"/>
          <p:cNvSpPr txBox="1"/>
          <p:nvPr/>
        </p:nvSpPr>
        <p:spPr>
          <a:xfrm>
            <a:off x="12700" y="19050"/>
            <a:ext cx="137160" cy="60960"/>
          </a:xfrm>
          <a:prstGeom prst="rect">
            <a:avLst/>
          </a:prstGeom>
        </p:spPr>
        <p:txBody>
          <a:bodyPr wrap="square" anchor="t"/>
          <a:lstStyle/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The project demonstrates interactive indoor simulation and navigation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It provides a strong base for smart campus guidance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Future improvements can include better AR support, voice navigation, and more precise routing</a:t>
            </a:r>
            <a:endParaRPr lang="en-US" sz="2200" b="0"/>
          </a:p>
          <a:p>
            <a:pPr>
              <a:buChar char="?"/>
            </a:pPr>
            <a:r>
              <a:rPr lang="en-US" sz="2200" b="0" dirty="0">
                <a:solidFill>
                  <a:srgbClr val="1f2937"/>
                </a:solidFill>
              </a:rPr>
              <a:t>The system can be expanded to more buildings and departments</a:t>
            </a:r>
            <a:endParaRPr lang="en-US" sz="220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